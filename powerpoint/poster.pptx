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metadata/core-properties" Target="docProps/core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42456100" cy="31838900"/>
  <p:notesSz cx="7772400" cy="10058400"/>
  <p:defaultTextStyle>
    <a:defPPr>
      <a:defRPr lang="en-US"/>
    </a:defPPr>
    <a:lvl1pPr marL="0" algn="l" defTabSz="894009" rtl="0" eaLnBrk="1" latinLnBrk="0" hangingPunct="1">
      <a:defRPr sz="1760" kern="1200">
        <a:solidFill>
          <a:schemeClr val="tx1"/>
        </a:solidFill>
        <a:latin typeface="+mn-lt"/>
        <a:ea typeface="+mn-ea"/>
        <a:cs typeface="+mn-cs"/>
      </a:defRPr>
    </a:lvl1pPr>
    <a:lvl2pPr marL="447004" algn="l" defTabSz="894009" rtl="0" eaLnBrk="1" latinLnBrk="0" hangingPunct="1">
      <a:defRPr sz="1760" kern="1200">
        <a:solidFill>
          <a:schemeClr val="tx1"/>
        </a:solidFill>
        <a:latin typeface="+mn-lt"/>
        <a:ea typeface="+mn-ea"/>
        <a:cs typeface="+mn-cs"/>
      </a:defRPr>
    </a:lvl2pPr>
    <a:lvl3pPr marL="894009" algn="l" defTabSz="894009" rtl="0" eaLnBrk="1" latinLnBrk="0" hangingPunct="1">
      <a:defRPr sz="1760" kern="1200">
        <a:solidFill>
          <a:schemeClr val="tx1"/>
        </a:solidFill>
        <a:latin typeface="+mn-lt"/>
        <a:ea typeface="+mn-ea"/>
        <a:cs typeface="+mn-cs"/>
      </a:defRPr>
    </a:lvl3pPr>
    <a:lvl4pPr marL="1341013" algn="l" defTabSz="894009" rtl="0" eaLnBrk="1" latinLnBrk="0" hangingPunct="1">
      <a:defRPr sz="1760" kern="1200">
        <a:solidFill>
          <a:schemeClr val="tx1"/>
        </a:solidFill>
        <a:latin typeface="+mn-lt"/>
        <a:ea typeface="+mn-ea"/>
        <a:cs typeface="+mn-cs"/>
      </a:defRPr>
    </a:lvl4pPr>
    <a:lvl5pPr marL="1788018" algn="l" defTabSz="894009" rtl="0" eaLnBrk="1" latinLnBrk="0" hangingPunct="1">
      <a:defRPr sz="1760" kern="1200">
        <a:solidFill>
          <a:schemeClr val="tx1"/>
        </a:solidFill>
        <a:latin typeface="+mn-lt"/>
        <a:ea typeface="+mn-ea"/>
        <a:cs typeface="+mn-cs"/>
      </a:defRPr>
    </a:lvl5pPr>
    <a:lvl6pPr marL="2235022" algn="l" defTabSz="894009" rtl="0" eaLnBrk="1" latinLnBrk="0" hangingPunct="1">
      <a:defRPr sz="1760" kern="1200">
        <a:solidFill>
          <a:schemeClr val="tx1"/>
        </a:solidFill>
        <a:latin typeface="+mn-lt"/>
        <a:ea typeface="+mn-ea"/>
        <a:cs typeface="+mn-cs"/>
      </a:defRPr>
    </a:lvl6pPr>
    <a:lvl7pPr marL="2682027" algn="l" defTabSz="894009" rtl="0" eaLnBrk="1" latinLnBrk="0" hangingPunct="1">
      <a:defRPr sz="1760" kern="1200">
        <a:solidFill>
          <a:schemeClr val="tx1"/>
        </a:solidFill>
        <a:latin typeface="+mn-lt"/>
        <a:ea typeface="+mn-ea"/>
        <a:cs typeface="+mn-cs"/>
      </a:defRPr>
    </a:lvl7pPr>
    <a:lvl8pPr marL="3129031" algn="l" defTabSz="894009" rtl="0" eaLnBrk="1" latinLnBrk="0" hangingPunct="1">
      <a:defRPr sz="1760" kern="1200">
        <a:solidFill>
          <a:schemeClr val="tx1"/>
        </a:solidFill>
        <a:latin typeface="+mn-lt"/>
        <a:ea typeface="+mn-ea"/>
        <a:cs typeface="+mn-cs"/>
      </a:defRPr>
    </a:lvl8pPr>
    <a:lvl9pPr marL="3576036" algn="l" defTabSz="894009" rtl="0" eaLnBrk="1" latinLnBrk="0" hangingPunct="1">
      <a:defRPr sz="176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76" userDrawn="1">
          <p15:clr>
            <a:srgbClr val="A4A3A4"/>
          </p15:clr>
        </p15:guide>
        <p15:guide id="2" pos="39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9" d="100"/>
          <a:sy n="19" d="100"/>
        </p:scale>
        <p:origin x="1320" y="316"/>
      </p:cViewPr>
      <p:guideLst>
        <p:guide orient="horz" pos="3176"/>
        <p:guide pos="39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122546" y="3587244"/>
            <a:ext cx="38210402" cy="5958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ctr">
              <a:buNone/>
              <a:defRPr/>
            </a:lvl1pPr>
          </a:lstStyle>
          <a:p>
            <a:pPr indent="0" algn="ctr">
              <a:buNone/>
            </a:pPr>
            <a:endParaRPr lang="en-US" sz="4302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2122546" y="16282380"/>
            <a:ext cx="38210402" cy="4333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ctr">
              <a:buNone/>
              <a:defRPr/>
            </a:lvl1pPr>
          </a:lstStyle>
          <a:p>
            <a:pPr indent="0" algn="ctr">
              <a:buNone/>
            </a:pPr>
            <a:endParaRPr lang="en-US" sz="31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894100" rtl="0" eaLnBrk="1" latinLnBrk="0" hangingPunct="1">
        <a:lnSpc>
          <a:spcPct val="90000"/>
        </a:lnSpc>
        <a:spcBef>
          <a:spcPct val="0"/>
        </a:spcBef>
        <a:buNone/>
        <a:defRPr sz="430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3525" indent="-223525" algn="l" defTabSz="894100" rtl="0" eaLnBrk="1" latinLnBrk="0" hangingPunct="1">
        <a:lnSpc>
          <a:spcPct val="90000"/>
        </a:lnSpc>
        <a:spcBef>
          <a:spcPts val="978"/>
        </a:spcBef>
        <a:buFont typeface="Arial" panose="020B0604020202020204" pitchFamily="34" charset="0"/>
        <a:buChar char="•"/>
        <a:defRPr sz="2738" kern="1200">
          <a:solidFill>
            <a:schemeClr val="tx1"/>
          </a:solidFill>
          <a:latin typeface="+mn-lt"/>
          <a:ea typeface="+mn-ea"/>
          <a:cs typeface="+mn-cs"/>
        </a:defRPr>
      </a:lvl1pPr>
      <a:lvl2pPr marL="670575" indent="-223525" algn="l" defTabSz="894100" rtl="0" eaLnBrk="1" latinLnBrk="0" hangingPunct="1">
        <a:lnSpc>
          <a:spcPct val="90000"/>
        </a:lnSpc>
        <a:spcBef>
          <a:spcPts val="489"/>
        </a:spcBef>
        <a:buFont typeface="Arial" panose="020B0604020202020204" pitchFamily="34" charset="0"/>
        <a:buChar char="•"/>
        <a:defRPr sz="2347" kern="1200">
          <a:solidFill>
            <a:schemeClr val="tx1"/>
          </a:solidFill>
          <a:latin typeface="+mn-lt"/>
          <a:ea typeface="+mn-ea"/>
          <a:cs typeface="+mn-cs"/>
        </a:defRPr>
      </a:lvl2pPr>
      <a:lvl3pPr marL="1117625" indent="-223525" algn="l" defTabSz="894100" rtl="0" eaLnBrk="1" latinLnBrk="0" hangingPunct="1">
        <a:lnSpc>
          <a:spcPct val="90000"/>
        </a:lnSpc>
        <a:spcBef>
          <a:spcPts val="489"/>
        </a:spcBef>
        <a:buFont typeface="Arial" panose="020B0604020202020204" pitchFamily="34" charset="0"/>
        <a:buChar char="•"/>
        <a:defRPr sz="1956" kern="1200">
          <a:solidFill>
            <a:schemeClr val="tx1"/>
          </a:solidFill>
          <a:latin typeface="+mn-lt"/>
          <a:ea typeface="+mn-ea"/>
          <a:cs typeface="+mn-cs"/>
        </a:defRPr>
      </a:lvl3pPr>
      <a:lvl4pPr marL="1564676" indent="-223525" algn="l" defTabSz="894100" rtl="0" eaLnBrk="1" latinLnBrk="0" hangingPunct="1">
        <a:lnSpc>
          <a:spcPct val="90000"/>
        </a:lnSpc>
        <a:spcBef>
          <a:spcPts val="489"/>
        </a:spcBef>
        <a:buFont typeface="Arial" panose="020B0604020202020204" pitchFamily="34" charset="0"/>
        <a:buChar char="•"/>
        <a:defRPr sz="1760" kern="1200">
          <a:solidFill>
            <a:schemeClr val="tx1"/>
          </a:solidFill>
          <a:latin typeface="+mn-lt"/>
          <a:ea typeface="+mn-ea"/>
          <a:cs typeface="+mn-cs"/>
        </a:defRPr>
      </a:lvl4pPr>
      <a:lvl5pPr marL="2011726" indent="-223525" algn="l" defTabSz="894100" rtl="0" eaLnBrk="1" latinLnBrk="0" hangingPunct="1">
        <a:lnSpc>
          <a:spcPct val="90000"/>
        </a:lnSpc>
        <a:spcBef>
          <a:spcPts val="489"/>
        </a:spcBef>
        <a:buFont typeface="Arial" panose="020B0604020202020204" pitchFamily="34" charset="0"/>
        <a:buChar char="•"/>
        <a:defRPr sz="1760" kern="1200">
          <a:solidFill>
            <a:schemeClr val="tx1"/>
          </a:solidFill>
          <a:latin typeface="+mn-lt"/>
          <a:ea typeface="+mn-ea"/>
          <a:cs typeface="+mn-cs"/>
        </a:defRPr>
      </a:lvl5pPr>
      <a:lvl6pPr marL="2458776" indent="-223525" algn="l" defTabSz="894100" rtl="0" eaLnBrk="1" latinLnBrk="0" hangingPunct="1">
        <a:lnSpc>
          <a:spcPct val="90000"/>
        </a:lnSpc>
        <a:spcBef>
          <a:spcPts val="489"/>
        </a:spcBef>
        <a:buFont typeface="Arial" panose="020B0604020202020204" pitchFamily="34" charset="0"/>
        <a:buChar char="•"/>
        <a:defRPr sz="1760" kern="1200">
          <a:solidFill>
            <a:schemeClr val="tx1"/>
          </a:solidFill>
          <a:latin typeface="+mn-lt"/>
          <a:ea typeface="+mn-ea"/>
          <a:cs typeface="+mn-cs"/>
        </a:defRPr>
      </a:lvl6pPr>
      <a:lvl7pPr marL="2905826" indent="-223525" algn="l" defTabSz="894100" rtl="0" eaLnBrk="1" latinLnBrk="0" hangingPunct="1">
        <a:lnSpc>
          <a:spcPct val="90000"/>
        </a:lnSpc>
        <a:spcBef>
          <a:spcPts val="489"/>
        </a:spcBef>
        <a:buFont typeface="Arial" panose="020B0604020202020204" pitchFamily="34" charset="0"/>
        <a:buChar char="•"/>
        <a:defRPr sz="1760" kern="1200">
          <a:solidFill>
            <a:schemeClr val="tx1"/>
          </a:solidFill>
          <a:latin typeface="+mn-lt"/>
          <a:ea typeface="+mn-ea"/>
          <a:cs typeface="+mn-cs"/>
        </a:defRPr>
      </a:lvl7pPr>
      <a:lvl8pPr marL="3352876" indent="-223525" algn="l" defTabSz="894100" rtl="0" eaLnBrk="1" latinLnBrk="0" hangingPunct="1">
        <a:lnSpc>
          <a:spcPct val="90000"/>
        </a:lnSpc>
        <a:spcBef>
          <a:spcPts val="489"/>
        </a:spcBef>
        <a:buFont typeface="Arial" panose="020B0604020202020204" pitchFamily="34" charset="0"/>
        <a:buChar char="•"/>
        <a:defRPr sz="1760" kern="1200">
          <a:solidFill>
            <a:schemeClr val="tx1"/>
          </a:solidFill>
          <a:latin typeface="+mn-lt"/>
          <a:ea typeface="+mn-ea"/>
          <a:cs typeface="+mn-cs"/>
        </a:defRPr>
      </a:lvl8pPr>
      <a:lvl9pPr marL="3799926" indent="-223525" algn="l" defTabSz="894100" rtl="0" eaLnBrk="1" latinLnBrk="0" hangingPunct="1">
        <a:lnSpc>
          <a:spcPct val="90000"/>
        </a:lnSpc>
        <a:spcBef>
          <a:spcPts val="489"/>
        </a:spcBef>
        <a:buFont typeface="Arial" panose="020B0604020202020204" pitchFamily="34" charset="0"/>
        <a:buChar char="•"/>
        <a:defRPr sz="17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94100" rtl="0" eaLnBrk="1" latinLnBrk="0" hangingPunct="1">
        <a:defRPr sz="1760" kern="1200">
          <a:solidFill>
            <a:schemeClr val="tx1"/>
          </a:solidFill>
          <a:latin typeface="+mn-lt"/>
          <a:ea typeface="+mn-ea"/>
          <a:cs typeface="+mn-cs"/>
        </a:defRPr>
      </a:lvl1pPr>
      <a:lvl2pPr marL="447050" algn="l" defTabSz="894100" rtl="0" eaLnBrk="1" latinLnBrk="0" hangingPunct="1">
        <a:defRPr sz="1760" kern="1200">
          <a:solidFill>
            <a:schemeClr val="tx1"/>
          </a:solidFill>
          <a:latin typeface="+mn-lt"/>
          <a:ea typeface="+mn-ea"/>
          <a:cs typeface="+mn-cs"/>
        </a:defRPr>
      </a:lvl2pPr>
      <a:lvl3pPr marL="894100" algn="l" defTabSz="894100" rtl="0" eaLnBrk="1" latinLnBrk="0" hangingPunct="1">
        <a:defRPr sz="1760" kern="1200">
          <a:solidFill>
            <a:schemeClr val="tx1"/>
          </a:solidFill>
          <a:latin typeface="+mn-lt"/>
          <a:ea typeface="+mn-ea"/>
          <a:cs typeface="+mn-cs"/>
        </a:defRPr>
      </a:lvl3pPr>
      <a:lvl4pPr marL="1341150" algn="l" defTabSz="894100" rtl="0" eaLnBrk="1" latinLnBrk="0" hangingPunct="1">
        <a:defRPr sz="1760" kern="1200">
          <a:solidFill>
            <a:schemeClr val="tx1"/>
          </a:solidFill>
          <a:latin typeface="+mn-lt"/>
          <a:ea typeface="+mn-ea"/>
          <a:cs typeface="+mn-cs"/>
        </a:defRPr>
      </a:lvl4pPr>
      <a:lvl5pPr marL="1788201" algn="l" defTabSz="894100" rtl="0" eaLnBrk="1" latinLnBrk="0" hangingPunct="1">
        <a:defRPr sz="1760" kern="1200">
          <a:solidFill>
            <a:schemeClr val="tx1"/>
          </a:solidFill>
          <a:latin typeface="+mn-lt"/>
          <a:ea typeface="+mn-ea"/>
          <a:cs typeface="+mn-cs"/>
        </a:defRPr>
      </a:lvl5pPr>
      <a:lvl6pPr marL="2235251" algn="l" defTabSz="894100" rtl="0" eaLnBrk="1" latinLnBrk="0" hangingPunct="1">
        <a:defRPr sz="1760" kern="1200">
          <a:solidFill>
            <a:schemeClr val="tx1"/>
          </a:solidFill>
          <a:latin typeface="+mn-lt"/>
          <a:ea typeface="+mn-ea"/>
          <a:cs typeface="+mn-cs"/>
        </a:defRPr>
      </a:lvl6pPr>
      <a:lvl7pPr marL="2682301" algn="l" defTabSz="894100" rtl="0" eaLnBrk="1" latinLnBrk="0" hangingPunct="1">
        <a:defRPr sz="1760" kern="1200">
          <a:solidFill>
            <a:schemeClr val="tx1"/>
          </a:solidFill>
          <a:latin typeface="+mn-lt"/>
          <a:ea typeface="+mn-ea"/>
          <a:cs typeface="+mn-cs"/>
        </a:defRPr>
      </a:lvl7pPr>
      <a:lvl8pPr marL="3129351" algn="l" defTabSz="894100" rtl="0" eaLnBrk="1" latinLnBrk="0" hangingPunct="1">
        <a:defRPr sz="1760" kern="1200">
          <a:solidFill>
            <a:schemeClr val="tx1"/>
          </a:solidFill>
          <a:latin typeface="+mn-lt"/>
          <a:ea typeface="+mn-ea"/>
          <a:cs typeface="+mn-cs"/>
        </a:defRPr>
      </a:lvl8pPr>
      <a:lvl9pPr marL="3576401" algn="l" defTabSz="894100" rtl="0" eaLnBrk="1" latinLnBrk="0" hangingPunct="1">
        <a:defRPr sz="17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/>
          <p:cNvSpPr/>
          <p:nvPr/>
        </p:nvSpPr>
        <p:spPr>
          <a:xfrm>
            <a:off x="0" y="741"/>
            <a:ext cx="42450214" cy="31838188"/>
          </a:xfrm>
          <a:custGeom>
            <a:avLst/>
            <a:gdLst/>
            <a:ahLst/>
            <a:cxnLst/>
            <a:rect l="0" t="0" r="r" b="b"/>
            <a:pathLst>
              <a:path w="120598" h="90450">
                <a:moveTo>
                  <a:pt x="0" y="0"/>
                </a:moveTo>
                <a:lnTo>
                  <a:pt x="120598" y="0"/>
                </a:lnTo>
                <a:lnTo>
                  <a:pt x="120598" y="90450"/>
                </a:lnTo>
                <a:lnTo>
                  <a:pt x="0" y="904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347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reeform: Shape 4"/>
          <p:cNvSpPr/>
          <p:nvPr/>
        </p:nvSpPr>
        <p:spPr>
          <a:xfrm>
            <a:off x="0" y="741"/>
            <a:ext cx="42450214" cy="31838188"/>
          </a:xfrm>
          <a:custGeom>
            <a:avLst/>
            <a:gdLst/>
            <a:ahLst/>
            <a:cxnLst/>
            <a:rect l="0" t="0" r="r" b="b"/>
            <a:pathLst>
              <a:path w="120598" h="90450">
                <a:moveTo>
                  <a:pt x="0" y="0"/>
                </a:moveTo>
                <a:lnTo>
                  <a:pt x="120598" y="0"/>
                </a:lnTo>
                <a:lnTo>
                  <a:pt x="120598" y="90450"/>
                </a:lnTo>
                <a:lnTo>
                  <a:pt x="0" y="904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347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reeform: Shape 5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741"/>
            <a:ext cx="42450214" cy="31838188"/>
          </a:xfrm>
          <a:custGeom>
            <a:avLst/>
            <a:gdLst/>
            <a:ahLst/>
            <a:cxnLst/>
            <a:rect l="0" t="0" r="r" b="b"/>
            <a:pathLst>
              <a:path w="120598" h="90450">
                <a:moveTo>
                  <a:pt x="0" y="0"/>
                </a:moveTo>
                <a:lnTo>
                  <a:pt x="120598" y="0"/>
                </a:lnTo>
                <a:lnTo>
                  <a:pt x="120598" y="90450"/>
                </a:lnTo>
                <a:lnTo>
                  <a:pt x="0" y="904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347">
              <a:solidFill>
                <a:srgbClr val="000000"/>
              </a:solidFill>
              <a:latin typeface="Times New Roman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64C6A84-F4C6-430D-E0BC-2303548118E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4593823" y="4278569"/>
            <a:ext cx="13262216" cy="779323"/>
            <a:chOff x="14925600" y="4375080"/>
            <a:chExt cx="13563720" cy="797040"/>
          </a:xfrm>
        </p:grpSpPr>
        <p:sp>
          <p:nvSpPr>
            <p:cNvPr id="8" name="Freeform: Shape 7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4925600" y="5105160"/>
              <a:ext cx="13563720" cy="66960"/>
            </a:xfrm>
            <a:custGeom>
              <a:avLst/>
              <a:gdLst/>
              <a:ahLst/>
              <a:cxnLst/>
              <a:rect l="0" t="0" r="r" b="b"/>
              <a:pathLst>
                <a:path w="37677" h="186">
                  <a:moveTo>
                    <a:pt x="0" y="0"/>
                  </a:moveTo>
                  <a:lnTo>
                    <a:pt x="37677" y="0"/>
                  </a:lnTo>
                  <a:lnTo>
                    <a:pt x="37677" y="186"/>
                  </a:lnTo>
                  <a:lnTo>
                    <a:pt x="0" y="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FB87C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lstStyle/>
            <a:p>
              <a:endParaRPr lang="en-US" sz="2347">
                <a:solidFill>
                  <a:srgbClr val="000000"/>
                </a:solidFill>
                <a:latin typeface="Times New Roman"/>
              </a:endParaRPr>
            </a:p>
          </p:txBody>
        </p:sp>
        <p:sp>
          <p:nvSpPr>
            <p:cNvPr id="11" name="TextBox 10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0492280" y="4375080"/>
              <a:ext cx="2454251" cy="64640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spAutoFit/>
            </a:bodyPr>
            <a:lstStyle/>
            <a:p>
              <a:r>
                <a:rPr lang="en-US" sz="4107" b="1" dirty="0">
                  <a:solidFill>
                    <a:srgbClr val="000000"/>
                  </a:solidFill>
                  <a:latin typeface="Arial"/>
                  <a:ea typeface="Arial"/>
                </a:rPr>
                <a:t>Column 2</a:t>
              </a:r>
              <a:endParaRPr lang="en-US" sz="4107" dirty="0">
                <a:solidFill>
                  <a:srgbClr val="000000"/>
                </a:solidFill>
                <a:latin typeface="Times New Roman"/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19287DDC-E06A-AF6C-7703-991D7366128C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8526242" y="4278569"/>
            <a:ext cx="13253416" cy="779323"/>
            <a:chOff x="29174760" y="4375080"/>
            <a:chExt cx="13554720" cy="797040"/>
          </a:xfrm>
        </p:grpSpPr>
        <p:sp>
          <p:nvSpPr>
            <p:cNvPr id="10" name="Freeform: Shape 9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9174760" y="5105160"/>
              <a:ext cx="13554720" cy="66960"/>
            </a:xfrm>
            <a:custGeom>
              <a:avLst/>
              <a:gdLst/>
              <a:ahLst/>
              <a:cxnLst/>
              <a:rect l="0" t="0" r="r" b="b"/>
              <a:pathLst>
                <a:path w="37652" h="186">
                  <a:moveTo>
                    <a:pt x="0" y="0"/>
                  </a:moveTo>
                  <a:lnTo>
                    <a:pt x="37652" y="0"/>
                  </a:lnTo>
                  <a:lnTo>
                    <a:pt x="37652" y="186"/>
                  </a:lnTo>
                  <a:lnTo>
                    <a:pt x="0" y="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FB87C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lstStyle/>
            <a:p>
              <a:endParaRPr lang="en-US" sz="2347">
                <a:solidFill>
                  <a:srgbClr val="000000"/>
                </a:solidFill>
                <a:latin typeface="Times New Roman"/>
              </a:endParaRPr>
            </a:p>
          </p:txBody>
        </p:sp>
        <p:sp>
          <p:nvSpPr>
            <p:cNvPr id="13" name="TextBox 12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4735320" y="4375080"/>
              <a:ext cx="2454251" cy="64640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spAutoFit/>
            </a:bodyPr>
            <a:lstStyle/>
            <a:p>
              <a:r>
                <a:rPr lang="en-US" sz="4107" b="1" dirty="0">
                  <a:solidFill>
                    <a:srgbClr val="000000"/>
                  </a:solidFill>
                  <a:latin typeface="Arial"/>
                  <a:ea typeface="Arial"/>
                </a:rPr>
                <a:t>Column 3</a:t>
              </a:r>
              <a:endParaRPr lang="en-US" sz="4107" dirty="0">
                <a:solidFill>
                  <a:srgbClr val="000000"/>
                </a:solidFill>
                <a:latin typeface="Times New Roman"/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9D0F44B-7206-A2D5-7879-F45FED438C95}"/>
              </a:ext>
            </a:extLst>
          </p:cNvPr>
          <p:cNvGrpSpPr/>
          <p:nvPr/>
        </p:nvGrpSpPr>
        <p:grpSpPr>
          <a:xfrm>
            <a:off x="28526242" y="5628831"/>
            <a:ext cx="13253416" cy="1266996"/>
            <a:chOff x="29174760" y="5756040"/>
            <a:chExt cx="13554720" cy="1295800"/>
          </a:xfrm>
        </p:grpSpPr>
        <p:sp>
          <p:nvSpPr>
            <p:cNvPr id="12" name="Freeform: Shape 11"/>
            <p:cNvSpPr/>
            <p:nvPr/>
          </p:nvSpPr>
          <p:spPr>
            <a:xfrm>
              <a:off x="29174760" y="6486480"/>
              <a:ext cx="13554720" cy="66960"/>
            </a:xfrm>
            <a:custGeom>
              <a:avLst/>
              <a:gdLst/>
              <a:ahLst/>
              <a:cxnLst/>
              <a:rect l="0" t="0" r="r" b="b"/>
              <a:pathLst>
                <a:path w="37652" h="186">
                  <a:moveTo>
                    <a:pt x="0" y="0"/>
                  </a:moveTo>
                  <a:lnTo>
                    <a:pt x="37652" y="0"/>
                  </a:lnTo>
                  <a:lnTo>
                    <a:pt x="37652" y="186"/>
                  </a:lnTo>
                  <a:lnTo>
                    <a:pt x="0" y="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FB87C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lstStyle/>
            <a:p>
              <a:endParaRPr lang="en-US" sz="2347">
                <a:solidFill>
                  <a:srgbClr val="000000"/>
                </a:solidFill>
                <a:latin typeface="Times New Roman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4512480" y="5756040"/>
              <a:ext cx="2906738" cy="646402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spAutoFit/>
            </a:bodyPr>
            <a:lstStyle/>
            <a:p>
              <a:r>
                <a:rPr lang="en-US" sz="4107" b="1" dirty="0">
                  <a:solidFill>
                    <a:srgbClr val="000000"/>
                  </a:solidFill>
                  <a:latin typeface="Arial"/>
                  <a:ea typeface="Arial"/>
                </a:rPr>
                <a:t>References</a:t>
              </a:r>
              <a:endParaRPr lang="en-US" sz="4107" dirty="0">
                <a:solidFill>
                  <a:srgbClr val="000000"/>
                </a:solidFill>
                <a:latin typeface="Times New Roman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9283120" y="6774840"/>
              <a:ext cx="6027783" cy="2770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spAutoFit/>
            </a:bodyPr>
            <a:lstStyle/>
            <a:p>
              <a:r>
                <a:rPr lang="en-US" dirty="0">
                  <a:solidFill>
                    <a:srgbClr val="565A5C"/>
                  </a:solidFill>
                  <a:latin typeface="Arial"/>
                  <a:ea typeface="Arial"/>
                </a:rPr>
                <a:t>1. Author, A. "Title of Article." </a:t>
              </a:r>
              <a:r>
                <a:rPr lang="en-US" i="1" dirty="0">
                  <a:solidFill>
                    <a:srgbClr val="565A5C"/>
                  </a:solidFill>
                  <a:latin typeface="Arial"/>
                  <a:ea typeface="Arial"/>
                </a:rPr>
                <a:t>Journal Name </a:t>
              </a:r>
              <a:r>
                <a:rPr lang="en-US" b="1" dirty="0">
                  <a:solidFill>
                    <a:srgbClr val="565A5C"/>
                  </a:solidFill>
                  <a:latin typeface="Arial"/>
                  <a:ea typeface="Arial"/>
                </a:rPr>
                <a:t>1</a:t>
              </a:r>
              <a:r>
                <a:rPr lang="en-US" dirty="0">
                  <a:solidFill>
                    <a:srgbClr val="565A5C"/>
                  </a:solidFill>
                  <a:latin typeface="Arial"/>
                  <a:ea typeface="Arial"/>
                </a:rPr>
                <a:t>, 1–10 (2025).</a:t>
              </a:r>
              <a:endParaRPr lang="en-US" dirty="0">
                <a:solidFill>
                  <a:srgbClr val="000000"/>
                </a:solidFill>
                <a:latin typeface="Times New Roman"/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AD5E940-98BD-47E7-85FE-8DADC80CF6BC}"/>
              </a:ext>
            </a:extLst>
          </p:cNvPr>
          <p:cNvGrpSpPr/>
          <p:nvPr/>
        </p:nvGrpSpPr>
        <p:grpSpPr>
          <a:xfrm>
            <a:off x="28523426" y="7553550"/>
            <a:ext cx="13256232" cy="588695"/>
            <a:chOff x="29171880" y="7724520"/>
            <a:chExt cx="13557600" cy="602079"/>
          </a:xfrm>
        </p:grpSpPr>
        <p:sp>
          <p:nvSpPr>
            <p:cNvPr id="15" name="Freeform: Shape 14"/>
            <p:cNvSpPr/>
            <p:nvPr/>
          </p:nvSpPr>
          <p:spPr>
            <a:xfrm>
              <a:off x="29174760" y="7724520"/>
              <a:ext cx="13554720" cy="38520"/>
            </a:xfrm>
            <a:custGeom>
              <a:avLst/>
              <a:gdLst/>
              <a:ahLst/>
              <a:cxnLst/>
              <a:rect l="0" t="0" r="r" b="b"/>
              <a:pathLst>
                <a:path w="37652" h="107">
                  <a:moveTo>
                    <a:pt x="0" y="0"/>
                  </a:moveTo>
                  <a:lnTo>
                    <a:pt x="37652" y="0"/>
                  </a:lnTo>
                  <a:lnTo>
                    <a:pt x="37652" y="107"/>
                  </a:lnTo>
                  <a:lnTo>
                    <a:pt x="0" y="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FB87C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lstStyle/>
            <a:p>
              <a:endParaRPr lang="en-US" sz="2347">
                <a:solidFill>
                  <a:srgbClr val="000000"/>
                </a:solidFill>
                <a:latin typeface="Times New Roman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9171880" y="8015760"/>
              <a:ext cx="5956107" cy="310839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spAutoFit/>
            </a:bodyPr>
            <a:lstStyle/>
            <a:p>
              <a:r>
                <a:rPr lang="en-US" sz="1975" b="1" dirty="0">
                  <a:solidFill>
                    <a:srgbClr val="565A5C"/>
                  </a:solidFill>
                  <a:latin typeface="Arial"/>
                  <a:ea typeface="Arial"/>
                </a:rPr>
                <a:t>Acknowledgments: </a:t>
              </a:r>
              <a:r>
                <a:rPr lang="en-US" sz="1975" dirty="0">
                  <a:solidFill>
                    <a:srgbClr val="565A5C"/>
                  </a:solidFill>
                  <a:latin typeface="Arial"/>
                  <a:ea typeface="Arial"/>
                </a:rPr>
                <a:t>This work was supported by ...</a:t>
              </a:r>
              <a:endParaRPr lang="en-US" sz="1975" dirty="0">
                <a:solidFill>
                  <a:srgbClr val="000000"/>
                </a:solidFill>
                <a:latin typeface="Times New Roman"/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A678340-A1E6-5F83-2AFC-0B4C1FA92FB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0" y="741"/>
            <a:ext cx="42450214" cy="3576296"/>
            <a:chOff x="0" y="0"/>
            <a:chExt cx="43415280" cy="3657600"/>
          </a:xfrm>
        </p:grpSpPr>
        <p:sp>
          <p:nvSpPr>
            <p:cNvPr id="17" name="Freeform: Shape 16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43415280" cy="3657600"/>
            </a:xfrm>
            <a:custGeom>
              <a:avLst/>
              <a:gdLst/>
              <a:ahLst/>
              <a:cxnLst/>
              <a:rect l="0" t="0" r="r" b="b"/>
              <a:pathLst>
                <a:path w="120598" h="10160">
                  <a:moveTo>
                    <a:pt x="0" y="0"/>
                  </a:moveTo>
                  <a:lnTo>
                    <a:pt x="120598" y="0"/>
                  </a:lnTo>
                  <a:lnTo>
                    <a:pt x="120598" y="10160"/>
                  </a:lnTo>
                  <a:lnTo>
                    <a:pt x="0" y="101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lstStyle/>
            <a:p>
              <a:endParaRPr lang="en-US" sz="2347" dirty="0">
                <a:solidFill>
                  <a:srgbClr val="FFFFFF"/>
                </a:solidFill>
                <a:latin typeface="Times New Roman"/>
              </a:endParaRPr>
            </a:p>
          </p:txBody>
        </p:sp>
        <p:sp>
          <p:nvSpPr>
            <p:cNvPr id="18" name="Freeform: Shape 17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3552480"/>
              <a:ext cx="43415280" cy="105120"/>
            </a:xfrm>
            <a:custGeom>
              <a:avLst/>
              <a:gdLst/>
              <a:ahLst/>
              <a:cxnLst/>
              <a:rect l="0" t="0" r="r" b="b"/>
              <a:pathLst>
                <a:path w="120598" h="292">
                  <a:moveTo>
                    <a:pt x="0" y="0"/>
                  </a:moveTo>
                  <a:lnTo>
                    <a:pt x="120598" y="0"/>
                  </a:lnTo>
                  <a:lnTo>
                    <a:pt x="120598" y="292"/>
                  </a:lnTo>
                  <a:lnTo>
                    <a:pt x="0" y="2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FB87C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lstStyle/>
            <a:p>
              <a:endParaRPr lang="en-US" sz="2347">
                <a:solidFill>
                  <a:srgbClr val="000000"/>
                </a:solidFill>
                <a:latin typeface="Times New Roman"/>
              </a:endParaRPr>
            </a:p>
          </p:txBody>
        </p:sp>
        <p:pic>
          <p:nvPicPr>
            <p:cNvPr id="20" name="Picture 19"/>
            <p:cNvPicPr>
              <a:picLocks/>
            </p:cNvPicPr>
            <p:nvPr/>
          </p:nvPicPr>
          <p:blipFill>
            <a:blip r:embed="rId2"/>
            <a:stretch/>
          </p:blipFill>
          <p:spPr>
            <a:xfrm>
              <a:off x="914400" y="2009880"/>
              <a:ext cx="7562520" cy="11426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1" name="TextBox 20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88630" y="591840"/>
              <a:ext cx="42044040" cy="1107996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7040" b="1" dirty="0">
                  <a:solidFill>
                    <a:srgbClr val="FFFFFF"/>
                  </a:solidFill>
                  <a:latin typeface="Arial"/>
                  <a:ea typeface="Arial"/>
                </a:rPr>
                <a:t>Your Poster Title Goes Here</a:t>
              </a:r>
              <a:endParaRPr lang="en-US" sz="7040" dirty="0">
                <a:solidFill>
                  <a:srgbClr val="000000"/>
                </a:solidFill>
                <a:latin typeface="Times New Roman"/>
              </a:endParaRPr>
            </a:p>
          </p:txBody>
        </p:sp>
        <p:sp>
          <p:nvSpPr>
            <p:cNvPr id="22" name="TextBox 21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433045" y="2053080"/>
              <a:ext cx="24555210" cy="553998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3520" dirty="0">
                  <a:solidFill>
                    <a:srgbClr val="A2A4A3"/>
                  </a:solidFill>
                  <a:latin typeface="Arial"/>
                  <a:ea typeface="Arial"/>
                </a:rPr>
                <a:t>Author One</a:t>
              </a:r>
              <a:r>
                <a:rPr lang="en-US" sz="3520" baseline="30000" dirty="0">
                  <a:solidFill>
                    <a:srgbClr val="A2A4A3"/>
                  </a:solidFill>
                  <a:latin typeface="Arial"/>
                  <a:ea typeface="Arial"/>
                </a:rPr>
                <a:t>1</a:t>
              </a:r>
              <a:r>
                <a:rPr lang="en-US" sz="3520" dirty="0">
                  <a:solidFill>
                    <a:srgbClr val="A2A4A3"/>
                  </a:solidFill>
                  <a:latin typeface="Arial"/>
                  <a:ea typeface="Arial"/>
                </a:rPr>
                <a:t> , Author Two</a:t>
              </a:r>
              <a:r>
                <a:rPr lang="en-US" sz="3520" baseline="30000" dirty="0">
                  <a:solidFill>
                    <a:srgbClr val="A2A4A3"/>
                  </a:solidFill>
                  <a:latin typeface="Arial"/>
                  <a:ea typeface="Arial"/>
                </a:rPr>
                <a:t>1,2</a:t>
              </a:r>
              <a:r>
                <a:rPr lang="en-US" sz="3520" dirty="0">
                  <a:solidFill>
                    <a:srgbClr val="A2A4A3"/>
                  </a:solidFill>
                  <a:latin typeface="Arial"/>
                  <a:ea typeface="Arial"/>
                </a:rPr>
                <a:t> </a:t>
              </a:r>
              <a:endParaRPr lang="en-US" sz="3520" dirty="0">
                <a:solidFill>
                  <a:srgbClr val="000000"/>
                </a:solidFill>
                <a:latin typeface="Times New Roman"/>
              </a:endParaRPr>
            </a:p>
          </p:txBody>
        </p:sp>
        <p:sp>
          <p:nvSpPr>
            <p:cNvPr id="23" name="TextBox 22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3840640" y="2053080"/>
              <a:ext cx="65" cy="55399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spAutoFit/>
            </a:bodyPr>
            <a:lstStyle/>
            <a:p>
              <a:endParaRPr lang="en-US" sz="3520" dirty="0">
                <a:solidFill>
                  <a:srgbClr val="000000"/>
                </a:solidFill>
                <a:latin typeface="Times New Roman"/>
              </a:endParaRPr>
            </a:p>
          </p:txBody>
        </p:sp>
        <p:sp>
          <p:nvSpPr>
            <p:cNvPr id="24" name="TextBox 23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575543" y="2729160"/>
              <a:ext cx="26270215" cy="427809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718" baseline="30000" dirty="0">
                  <a:solidFill>
                    <a:srgbClr val="A2A4A3"/>
                  </a:solidFill>
                  <a:latin typeface="Arial"/>
                  <a:ea typeface="Arial"/>
                </a:rPr>
                <a:t>1</a:t>
              </a:r>
              <a:r>
                <a:rPr lang="en-US" sz="2718" dirty="0">
                  <a:solidFill>
                    <a:srgbClr val="A2A4A3"/>
                  </a:solidFill>
                  <a:latin typeface="Arial"/>
                  <a:ea typeface="Arial"/>
                </a:rPr>
                <a:t>Department of Physics, University of Colorado Boulder</a:t>
              </a:r>
              <a:r>
                <a:rPr lang="en-US" sz="2718" dirty="0">
                  <a:solidFill>
                    <a:srgbClr val="A2A4A3"/>
                  </a:solidFill>
                  <a:ea typeface="Arial"/>
                </a:rPr>
                <a:t>	</a:t>
              </a:r>
              <a:r>
                <a:rPr lang="en-US" sz="2718" baseline="30000" dirty="0">
                  <a:solidFill>
                    <a:srgbClr val="A2A4A3"/>
                  </a:solidFill>
                  <a:ea typeface="Arial"/>
                </a:rPr>
                <a:t>2</a:t>
              </a:r>
              <a:r>
                <a:rPr lang="en-US" sz="2718" dirty="0">
                  <a:solidFill>
                    <a:srgbClr val="A2A4A3"/>
                  </a:solidFill>
                  <a:ea typeface="Arial"/>
                </a:rPr>
                <a:t>JILA, University of Colorado Boulder</a:t>
              </a:r>
              <a:endParaRPr lang="en-US" sz="2718" dirty="0">
                <a:solidFill>
                  <a:srgbClr val="000000"/>
                </a:solidFill>
                <a:latin typeface="Times New Roman"/>
              </a:endParaRPr>
            </a:p>
          </p:txBody>
        </p:sp>
        <p:pic>
          <p:nvPicPr>
            <p:cNvPr id="25" name="Picture 24"/>
            <p:cNvPicPr>
              <a:picLocks noGrp="1" noRot="1" noMove="1" noResize="1" noEditPoints="1" noAdjustHandles="1" noChangeArrowheads="1" noChangeShapeType="1" noCrop="1"/>
            </p:cNvPicPr>
            <p:nvPr/>
          </p:nvPicPr>
          <p:blipFill>
            <a:blip r:embed="rId3"/>
            <a:stretch/>
          </p:blipFill>
          <p:spPr>
            <a:xfrm>
              <a:off x="36747360" y="2009880"/>
              <a:ext cx="5752800" cy="11426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" name="TextBox 25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374160" y="2729160"/>
              <a:ext cx="65" cy="427809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spAutoFit/>
            </a:bodyPr>
            <a:lstStyle/>
            <a:p>
              <a:endParaRPr lang="en-US" sz="2718" dirty="0">
                <a:solidFill>
                  <a:srgbClr val="000000"/>
                </a:solidFill>
                <a:latin typeface="Times New Roman"/>
              </a:endParaRPr>
            </a:p>
          </p:txBody>
        </p:sp>
        <p:sp>
          <p:nvSpPr>
            <p:cNvPr id="27" name="TextBox 26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0639880" y="1985040"/>
              <a:ext cx="65" cy="41549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spAutoFit/>
            </a:bodyPr>
            <a:lstStyle/>
            <a:p>
              <a:endParaRPr lang="en-US" sz="2640" dirty="0">
                <a:solidFill>
                  <a:srgbClr val="000000"/>
                </a:solidFill>
                <a:latin typeface="Times New Roman"/>
              </a:endParaRPr>
            </a:p>
          </p:txBody>
        </p:sp>
        <p:sp>
          <p:nvSpPr>
            <p:cNvPr id="28" name="TextBox 27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3364000" y="1985040"/>
              <a:ext cx="65" cy="41549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spAutoFit/>
            </a:bodyPr>
            <a:lstStyle/>
            <a:p>
              <a:endParaRPr lang="en-US" sz="2640" dirty="0">
                <a:solidFill>
                  <a:srgbClr val="000000"/>
                </a:solidFill>
                <a:latin typeface="Times New Roman"/>
              </a:endParaRPr>
            </a:p>
          </p:txBody>
        </p:sp>
        <p:sp>
          <p:nvSpPr>
            <p:cNvPr id="29" name="TextBox 28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6729640" y="1985040"/>
              <a:ext cx="65" cy="41549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spAutoFit/>
            </a:bodyPr>
            <a:lstStyle/>
            <a:p>
              <a:endParaRPr lang="en-US" sz="2640" dirty="0">
                <a:solidFill>
                  <a:srgbClr val="000000"/>
                </a:solidFill>
                <a:latin typeface="Times New Roman"/>
              </a:endParaRPr>
            </a:p>
          </p:txBody>
        </p:sp>
        <p:sp>
          <p:nvSpPr>
            <p:cNvPr id="33" name="TextBox 32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226920" y="2675520"/>
              <a:ext cx="65" cy="32008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spAutoFit/>
            </a:bodyPr>
            <a:lstStyle/>
            <a:p>
              <a:endParaRPr lang="en-US" sz="2034" dirty="0">
                <a:solidFill>
                  <a:srgbClr val="000000"/>
                </a:solidFill>
                <a:latin typeface="Times New Roman"/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BA6E8CF-1B12-6A1A-079A-3FD8CF1A886C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0" y="30948727"/>
            <a:ext cx="42450214" cy="890202"/>
            <a:chOff x="0" y="31651560"/>
            <a:chExt cx="43415280" cy="910440"/>
          </a:xfrm>
        </p:grpSpPr>
        <p:sp>
          <p:nvSpPr>
            <p:cNvPr id="31" name="Freeform: Shape 30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31651560"/>
              <a:ext cx="43415280" cy="910440"/>
            </a:xfrm>
            <a:custGeom>
              <a:avLst/>
              <a:gdLst/>
              <a:ahLst/>
              <a:cxnLst/>
              <a:rect l="0" t="0" r="r" b="b"/>
              <a:pathLst>
                <a:path w="120598" h="2529">
                  <a:moveTo>
                    <a:pt x="0" y="0"/>
                  </a:moveTo>
                  <a:lnTo>
                    <a:pt x="120598" y="0"/>
                  </a:lnTo>
                  <a:lnTo>
                    <a:pt x="120598" y="2529"/>
                  </a:lnTo>
                  <a:lnTo>
                    <a:pt x="0" y="25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lstStyle/>
            <a:p>
              <a:endParaRPr lang="en-US" sz="2347">
                <a:solidFill>
                  <a:srgbClr val="FFFFFF"/>
                </a:solidFill>
                <a:latin typeface="Times New Roman"/>
              </a:endParaRPr>
            </a:p>
          </p:txBody>
        </p:sp>
        <p:sp>
          <p:nvSpPr>
            <p:cNvPr id="32" name="Freeform: Shape 31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31651560"/>
              <a:ext cx="43415280" cy="66960"/>
            </a:xfrm>
            <a:custGeom>
              <a:avLst/>
              <a:gdLst/>
              <a:ahLst/>
              <a:cxnLst/>
              <a:rect l="0" t="0" r="r" b="b"/>
              <a:pathLst>
                <a:path w="120598" h="186">
                  <a:moveTo>
                    <a:pt x="0" y="0"/>
                  </a:moveTo>
                  <a:lnTo>
                    <a:pt x="120598" y="0"/>
                  </a:lnTo>
                  <a:lnTo>
                    <a:pt x="120598" y="186"/>
                  </a:lnTo>
                  <a:lnTo>
                    <a:pt x="0" y="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FB87C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lstStyle/>
            <a:p>
              <a:endParaRPr lang="en-US" sz="2347">
                <a:solidFill>
                  <a:srgbClr val="000000"/>
                </a:solidFill>
                <a:latin typeface="Times New Roman"/>
              </a:endParaRPr>
            </a:p>
          </p:txBody>
        </p:sp>
        <p:sp>
          <p:nvSpPr>
            <p:cNvPr id="34" name="TextBox 33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14400" y="31991400"/>
              <a:ext cx="11557000" cy="323165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>
              <a:spAutoFit/>
            </a:bodyPr>
            <a:lstStyle/>
            <a:p>
              <a:r>
                <a:rPr lang="en-US" sz="2053" dirty="0">
                  <a:solidFill>
                    <a:srgbClr val="A2A4A3"/>
                  </a:solidFill>
                  <a:latin typeface="Arial"/>
                  <a:ea typeface="Arial"/>
                </a:rPr>
                <a:t>author@colorado.edu</a:t>
              </a:r>
              <a:endParaRPr lang="en-US" sz="2053" dirty="0">
                <a:solidFill>
                  <a:srgbClr val="000000"/>
                </a:solidFill>
                <a:latin typeface="Times New Roman"/>
              </a:endParaRPr>
            </a:p>
          </p:txBody>
        </p:sp>
        <p:sp>
          <p:nvSpPr>
            <p:cNvPr id="35" name="TextBox 34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552440" y="31991400"/>
              <a:ext cx="16316420" cy="323165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053" dirty="0">
                  <a:solidFill>
                    <a:srgbClr val="A2A4A3"/>
                  </a:solidFill>
                  <a:latin typeface="Arial"/>
                  <a:ea typeface="Arial"/>
                </a:rPr>
                <a:t>ABC Conference 2026, City</a:t>
              </a:r>
              <a:endParaRPr lang="en-US" sz="2053" dirty="0">
                <a:solidFill>
                  <a:srgbClr val="000000"/>
                </a:solidFill>
                <a:latin typeface="Times New Roman"/>
              </a:endParaRPr>
            </a:p>
          </p:txBody>
        </p:sp>
        <p:sp>
          <p:nvSpPr>
            <p:cNvPr id="36" name="TextBox 35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0880050" y="31991400"/>
              <a:ext cx="11635950" cy="323165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>
              <a:spAutoFit/>
            </a:bodyPr>
            <a:lstStyle/>
            <a:p>
              <a:pPr algn="r"/>
              <a:r>
                <a:rPr lang="en-US" sz="2053" dirty="0">
                  <a:solidFill>
                    <a:srgbClr val="A2A4A3"/>
                  </a:solidFill>
                  <a:latin typeface="Arial"/>
                  <a:ea typeface="Arial"/>
                </a:rPr>
                <a:t>https://www.colorado.edu</a:t>
              </a:r>
              <a:endParaRPr lang="en-US" sz="2053" dirty="0">
                <a:solidFill>
                  <a:srgbClr val="000000"/>
                </a:solidFill>
                <a:latin typeface="Times New Roman"/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40303F6-EC8C-BC24-7286-0B54C35CE9E4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61404" y="4278569"/>
            <a:ext cx="13262216" cy="779323"/>
            <a:chOff x="14925600" y="4375080"/>
            <a:chExt cx="13563720" cy="797040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64AC1FA3-1577-32E8-FA72-496E4454487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4925600" y="5105160"/>
              <a:ext cx="13563720" cy="66960"/>
            </a:xfrm>
            <a:custGeom>
              <a:avLst/>
              <a:gdLst/>
              <a:ahLst/>
              <a:cxnLst/>
              <a:rect l="0" t="0" r="r" b="b"/>
              <a:pathLst>
                <a:path w="37677" h="186">
                  <a:moveTo>
                    <a:pt x="0" y="0"/>
                  </a:moveTo>
                  <a:lnTo>
                    <a:pt x="37677" y="0"/>
                  </a:lnTo>
                  <a:lnTo>
                    <a:pt x="37677" y="186"/>
                  </a:lnTo>
                  <a:lnTo>
                    <a:pt x="0" y="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FB87C"/>
            </a:solidFill>
            <a:ln w="0">
              <a:noFill/>
            </a:ln>
          </p:spPr>
          <p:txBody>
            <a:bodyPr lIns="0" tIns="0" rIns="0" bIns="0" anchor="t">
              <a:noAutofit/>
            </a:bodyPr>
            <a:lstStyle/>
            <a:p>
              <a:endParaRPr lang="en-US" sz="2347">
                <a:solidFill>
                  <a:srgbClr val="000000"/>
                </a:solidFill>
                <a:latin typeface="Times New Roman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3AD2309-522C-10C3-66D9-F28F0ADBCFC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0492280" y="4375080"/>
              <a:ext cx="2452594" cy="64633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spAutoFit/>
            </a:bodyPr>
            <a:lstStyle/>
            <a:p>
              <a:r>
                <a:rPr lang="en-US" sz="4107" b="1" dirty="0">
                  <a:solidFill>
                    <a:srgbClr val="000000"/>
                  </a:solidFill>
                  <a:latin typeface="Arial"/>
                  <a:ea typeface="Arial"/>
                </a:rPr>
                <a:t>Column 1</a:t>
              </a:r>
              <a:endParaRPr lang="en-US" sz="4107" dirty="0">
                <a:solidFill>
                  <a:srgbClr val="000000"/>
                </a:solidFill>
                <a:latin typeface="Times New Roman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</TotalTime>
  <Words>76</Words>
  <Application>Microsoft Office PowerPoint</Application>
  <PresentationFormat>Custom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Times New Roman</vt:lpstr>
      <vt:lpstr>Office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Kristopher Bunker</cp:lastModifiedBy>
  <cp:revision>2</cp:revision>
  <dcterms:modified xsi:type="dcterms:W3CDTF">2026-01-30T01:14:07Z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