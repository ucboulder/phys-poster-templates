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metadata/core-properties" Target="docProps/core0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43421300" cy="32561213"/>
  <p:notesSz cx="7772400" cy="10058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248" userDrawn="1">
          <p15:clr>
            <a:srgbClr val="A4A3A4"/>
          </p15:clr>
        </p15:guide>
        <p15:guide id="2" pos="40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30" d="100"/>
          <a:sy n="30" d="100"/>
        </p:scale>
        <p:origin x="2122" y="485"/>
      </p:cViewPr>
      <p:guideLst>
        <p:guide orient="horz" pos="3248"/>
        <p:guide pos="40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2170800" y="1284840"/>
            <a:ext cx="39079080" cy="5376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2170800" y="7535160"/>
            <a:ext cx="39079080" cy="1867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3"/>
          <p:cNvSpPr/>
          <p:nvPr/>
        </p:nvSpPr>
        <p:spPr>
          <a:xfrm>
            <a:off x="0" y="0"/>
            <a:ext cx="43415280" cy="32562000"/>
          </a:xfrm>
          <a:custGeom>
            <a:avLst/>
            <a:gdLst/>
            <a:ahLst/>
            <a:cxnLst/>
            <a:rect l="0" t="0" r="r" b="b"/>
            <a:pathLst>
              <a:path w="120598" h="90450">
                <a:moveTo>
                  <a:pt x="0" y="0"/>
                </a:moveTo>
                <a:lnTo>
                  <a:pt x="120598" y="0"/>
                </a:lnTo>
                <a:lnTo>
                  <a:pt x="120598" y="90450"/>
                </a:lnTo>
                <a:lnTo>
                  <a:pt x="0" y="904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Freeform: Shape 4"/>
          <p:cNvSpPr/>
          <p:nvPr/>
        </p:nvSpPr>
        <p:spPr>
          <a:xfrm>
            <a:off x="0" y="0"/>
            <a:ext cx="43415280" cy="32562000"/>
          </a:xfrm>
          <a:custGeom>
            <a:avLst/>
            <a:gdLst/>
            <a:ahLst/>
            <a:cxnLst/>
            <a:rect l="0" t="0" r="r" b="b"/>
            <a:pathLst>
              <a:path w="120598" h="90450">
                <a:moveTo>
                  <a:pt x="0" y="0"/>
                </a:moveTo>
                <a:lnTo>
                  <a:pt x="120598" y="0"/>
                </a:lnTo>
                <a:lnTo>
                  <a:pt x="120598" y="90450"/>
                </a:lnTo>
                <a:lnTo>
                  <a:pt x="0" y="904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Freeform: Shape 5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43415280" cy="32562000"/>
          </a:xfrm>
          <a:custGeom>
            <a:avLst/>
            <a:gdLst/>
            <a:ahLst/>
            <a:cxnLst/>
            <a:rect l="0" t="0" r="r" b="b"/>
            <a:pathLst>
              <a:path w="120598" h="90450">
                <a:moveTo>
                  <a:pt x="0" y="0"/>
                </a:moveTo>
                <a:lnTo>
                  <a:pt x="120598" y="0"/>
                </a:lnTo>
                <a:lnTo>
                  <a:pt x="120598" y="90450"/>
                </a:lnTo>
                <a:lnTo>
                  <a:pt x="0" y="904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764C6A84-F4C6-430D-E0BC-2303548118E0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14925600" y="4375080"/>
            <a:ext cx="13563720" cy="797040"/>
            <a:chOff x="14925600" y="4375080"/>
            <a:chExt cx="13563720" cy="797040"/>
          </a:xfrm>
        </p:grpSpPr>
        <p:sp>
          <p:nvSpPr>
            <p:cNvPr id="8" name="Freeform: Shape 7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4925600" y="5105160"/>
              <a:ext cx="13563720" cy="66960"/>
            </a:xfrm>
            <a:custGeom>
              <a:avLst/>
              <a:gdLst/>
              <a:ahLst/>
              <a:cxnLst/>
              <a:rect l="0" t="0" r="r" b="b"/>
              <a:pathLst>
                <a:path w="37677" h="186">
                  <a:moveTo>
                    <a:pt x="0" y="0"/>
                  </a:moveTo>
                  <a:lnTo>
                    <a:pt x="37677" y="0"/>
                  </a:lnTo>
                  <a:lnTo>
                    <a:pt x="37677" y="186"/>
                  </a:lnTo>
                  <a:lnTo>
                    <a:pt x="0" y="18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FB87C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lstStyle/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1" name="TextBox 10"/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0492280" y="4375080"/>
              <a:ext cx="2430720" cy="59616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r>
                <a:rPr lang="en-US" sz="4200" b="1" u="none" strike="noStrike" dirty="0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rPr>
                <a:t>Column 2</a:t>
              </a:r>
              <a:endParaRPr lang="en-US" sz="42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19287DDC-E06A-AF6C-7703-991D7366128C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29174760" y="4375080"/>
            <a:ext cx="13554720" cy="797040"/>
            <a:chOff x="29174760" y="4375080"/>
            <a:chExt cx="13554720" cy="797040"/>
          </a:xfrm>
        </p:grpSpPr>
        <p:sp>
          <p:nvSpPr>
            <p:cNvPr id="10" name="Freeform: Shape 9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9174760" y="5105160"/>
              <a:ext cx="13554720" cy="66960"/>
            </a:xfrm>
            <a:custGeom>
              <a:avLst/>
              <a:gdLst/>
              <a:ahLst/>
              <a:cxnLst/>
              <a:rect l="0" t="0" r="r" b="b"/>
              <a:pathLst>
                <a:path w="37652" h="186">
                  <a:moveTo>
                    <a:pt x="0" y="0"/>
                  </a:moveTo>
                  <a:lnTo>
                    <a:pt x="37652" y="0"/>
                  </a:lnTo>
                  <a:lnTo>
                    <a:pt x="37652" y="186"/>
                  </a:lnTo>
                  <a:lnTo>
                    <a:pt x="0" y="18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FB87C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lstStyle/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3" name="TextBox 12"/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4735320" y="4375080"/>
              <a:ext cx="2430720" cy="59616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r>
                <a:rPr lang="en-US" sz="4200" b="1" u="none" strike="noStrike" dirty="0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rPr>
                <a:t>Column 3</a:t>
              </a:r>
              <a:endParaRPr lang="en-US" sz="42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F9D0F44B-7206-A2D5-7879-F45FED438C95}"/>
              </a:ext>
            </a:extLst>
          </p:cNvPr>
          <p:cNvGrpSpPr/>
          <p:nvPr/>
        </p:nvGrpSpPr>
        <p:grpSpPr>
          <a:xfrm>
            <a:off x="29174760" y="5756040"/>
            <a:ext cx="13554720" cy="1275120"/>
            <a:chOff x="29174760" y="5756040"/>
            <a:chExt cx="13554720" cy="1275120"/>
          </a:xfrm>
        </p:grpSpPr>
        <p:sp>
          <p:nvSpPr>
            <p:cNvPr id="12" name="Freeform: Shape 11"/>
            <p:cNvSpPr/>
            <p:nvPr/>
          </p:nvSpPr>
          <p:spPr>
            <a:xfrm>
              <a:off x="29174760" y="6486480"/>
              <a:ext cx="13554720" cy="66960"/>
            </a:xfrm>
            <a:custGeom>
              <a:avLst/>
              <a:gdLst/>
              <a:ahLst/>
              <a:cxnLst/>
              <a:rect l="0" t="0" r="r" b="b"/>
              <a:pathLst>
                <a:path w="37652" h="186">
                  <a:moveTo>
                    <a:pt x="0" y="0"/>
                  </a:moveTo>
                  <a:lnTo>
                    <a:pt x="37652" y="0"/>
                  </a:lnTo>
                  <a:lnTo>
                    <a:pt x="37652" y="186"/>
                  </a:lnTo>
                  <a:lnTo>
                    <a:pt x="0" y="18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FB87C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lstStyle/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34512480" y="5756040"/>
              <a:ext cx="2876760" cy="59616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r>
                <a:rPr lang="en-US" sz="4200" b="1" u="none" strike="noStrike" dirty="0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rPr>
                <a:t>References</a:t>
              </a:r>
              <a:endParaRPr lang="en-US" sz="42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29283120" y="6774840"/>
              <a:ext cx="6045840" cy="25632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r>
                <a:rPr lang="en-US" sz="1800" b="0" u="none" strike="noStrike" dirty="0">
                  <a:solidFill>
                    <a:srgbClr val="565A5C"/>
                  </a:solidFill>
                  <a:effectLst/>
                  <a:uFillTx/>
                  <a:latin typeface="Arial"/>
                  <a:ea typeface="Arial"/>
                </a:rPr>
                <a:t>1. Author, A. "Title of Article." </a:t>
              </a:r>
              <a:r>
                <a:rPr lang="en-US" sz="1800" b="0" i="1" u="none" strike="noStrike" dirty="0">
                  <a:solidFill>
                    <a:srgbClr val="565A5C"/>
                  </a:solidFill>
                  <a:effectLst/>
                  <a:uFillTx/>
                  <a:latin typeface="Arial"/>
                  <a:ea typeface="Arial"/>
                </a:rPr>
                <a:t>Journal Name </a:t>
              </a:r>
              <a:r>
                <a:rPr lang="en-US" sz="1800" b="1" u="none" strike="noStrike" dirty="0">
                  <a:solidFill>
                    <a:srgbClr val="565A5C"/>
                  </a:solidFill>
                  <a:effectLst/>
                  <a:uFillTx/>
                  <a:latin typeface="Arial"/>
                  <a:ea typeface="Arial"/>
                </a:rPr>
                <a:t>1</a:t>
              </a:r>
              <a:r>
                <a:rPr lang="en-US" sz="1800" b="0" u="none" strike="noStrike" dirty="0">
                  <a:solidFill>
                    <a:srgbClr val="565A5C"/>
                  </a:solidFill>
                  <a:effectLst/>
                  <a:uFillTx/>
                  <a:latin typeface="Arial"/>
                  <a:ea typeface="Arial"/>
                </a:rPr>
                <a:t>, 1–10 (2025).</a:t>
              </a:r>
              <a:endParaRPr lang="en-US" sz="18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9AD5E940-98BD-47E7-85FE-8DADC80CF6BC}"/>
              </a:ext>
            </a:extLst>
          </p:cNvPr>
          <p:cNvGrpSpPr/>
          <p:nvPr/>
        </p:nvGrpSpPr>
        <p:grpSpPr>
          <a:xfrm>
            <a:off x="29171880" y="7724520"/>
            <a:ext cx="13557600" cy="579600"/>
            <a:chOff x="29171880" y="7724520"/>
            <a:chExt cx="13557600" cy="579600"/>
          </a:xfrm>
        </p:grpSpPr>
        <p:sp>
          <p:nvSpPr>
            <p:cNvPr id="15" name="Freeform: Shape 14"/>
            <p:cNvSpPr/>
            <p:nvPr/>
          </p:nvSpPr>
          <p:spPr>
            <a:xfrm>
              <a:off x="29174760" y="7724520"/>
              <a:ext cx="13554720" cy="38520"/>
            </a:xfrm>
            <a:custGeom>
              <a:avLst/>
              <a:gdLst/>
              <a:ahLst/>
              <a:cxnLst/>
              <a:rect l="0" t="0" r="r" b="b"/>
              <a:pathLst>
                <a:path w="37652" h="107">
                  <a:moveTo>
                    <a:pt x="0" y="0"/>
                  </a:moveTo>
                  <a:lnTo>
                    <a:pt x="37652" y="0"/>
                  </a:lnTo>
                  <a:lnTo>
                    <a:pt x="37652" y="107"/>
                  </a:lnTo>
                  <a:lnTo>
                    <a:pt x="0" y="10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FB87C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lstStyle/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29171880" y="8015760"/>
              <a:ext cx="5911920" cy="28836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r>
                <a:rPr lang="en-US" sz="2020" b="1" u="none" strike="noStrike" dirty="0">
                  <a:solidFill>
                    <a:srgbClr val="565A5C"/>
                  </a:solidFill>
                  <a:effectLst/>
                  <a:uFillTx/>
                  <a:latin typeface="Arial"/>
                  <a:ea typeface="Arial"/>
                </a:rPr>
                <a:t>Acknowledgments: </a:t>
              </a:r>
              <a:r>
                <a:rPr lang="en-US" sz="2020" b="0" u="none" strike="noStrike" dirty="0">
                  <a:solidFill>
                    <a:srgbClr val="565A5C"/>
                  </a:solidFill>
                  <a:effectLst/>
                  <a:uFillTx/>
                  <a:latin typeface="Arial"/>
                  <a:ea typeface="Arial"/>
                </a:rPr>
                <a:t>This work was supported by ...</a:t>
              </a:r>
              <a:endParaRPr lang="en-US" sz="202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1A678340-A1E6-5F83-2AFC-0B4C1FA92FBA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0" y="0"/>
            <a:ext cx="43415280" cy="3657600"/>
            <a:chOff x="0" y="0"/>
            <a:chExt cx="43415280" cy="3657600"/>
          </a:xfrm>
        </p:grpSpPr>
        <p:sp>
          <p:nvSpPr>
            <p:cNvPr id="17" name="Freeform: Shape 16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43415280" cy="3657600"/>
            </a:xfrm>
            <a:custGeom>
              <a:avLst/>
              <a:gdLst/>
              <a:ahLst/>
              <a:cxnLst/>
              <a:rect l="0" t="0" r="r" b="b"/>
              <a:pathLst>
                <a:path w="120598" h="10160">
                  <a:moveTo>
                    <a:pt x="0" y="0"/>
                  </a:moveTo>
                  <a:lnTo>
                    <a:pt x="120598" y="0"/>
                  </a:lnTo>
                  <a:lnTo>
                    <a:pt x="120598" y="10160"/>
                  </a:lnTo>
                  <a:lnTo>
                    <a:pt x="0" y="101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lstStyle/>
            <a:p>
              <a:endParaRPr lang="en-US" sz="2400" b="0" u="none" strike="noStrike" dirty="0">
                <a:solidFill>
                  <a:srgbClr val="FFFFFF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8" name="Freeform: Shape 17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3552480"/>
              <a:ext cx="43415280" cy="105120"/>
            </a:xfrm>
            <a:custGeom>
              <a:avLst/>
              <a:gdLst/>
              <a:ahLst/>
              <a:cxnLst/>
              <a:rect l="0" t="0" r="r" b="b"/>
              <a:pathLst>
                <a:path w="120598" h="292">
                  <a:moveTo>
                    <a:pt x="0" y="0"/>
                  </a:moveTo>
                  <a:lnTo>
                    <a:pt x="120598" y="0"/>
                  </a:lnTo>
                  <a:lnTo>
                    <a:pt x="120598" y="292"/>
                  </a:lnTo>
                  <a:lnTo>
                    <a:pt x="0" y="29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FB87C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lstStyle/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pic>
          <p:nvPicPr>
            <p:cNvPr id="20" name="Picture 19"/>
            <p:cNvPicPr>
              <a:picLocks/>
            </p:cNvPicPr>
            <p:nvPr/>
          </p:nvPicPr>
          <p:blipFill>
            <a:blip r:embed="rId2"/>
            <a:stretch/>
          </p:blipFill>
          <p:spPr>
            <a:xfrm>
              <a:off x="914400" y="2009880"/>
              <a:ext cx="7562520" cy="114264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21" name="TextBox 20"/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688630" y="591840"/>
              <a:ext cx="42044040" cy="1107996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lang="en-US" sz="7200" b="1" u="none" strike="noStrike" dirty="0">
                  <a:solidFill>
                    <a:srgbClr val="FFFFFF"/>
                  </a:solidFill>
                  <a:effectLst/>
                  <a:uFillTx/>
                  <a:latin typeface="Arial"/>
                  <a:ea typeface="Arial"/>
                </a:rPr>
                <a:t>Your Poster Title Goes Here</a:t>
              </a:r>
              <a:endParaRPr lang="en-US" sz="72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2" name="TextBox 21"/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9433045" y="2053080"/>
              <a:ext cx="24555210" cy="553998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lang="en-US" sz="3600" b="0" u="none" strike="noStrike" dirty="0">
                  <a:solidFill>
                    <a:srgbClr val="A2A4A3"/>
                  </a:solidFill>
                  <a:effectLst/>
                  <a:uFillTx/>
                  <a:latin typeface="Arial"/>
                  <a:ea typeface="Arial"/>
                </a:rPr>
                <a:t>Author One</a:t>
              </a:r>
              <a:r>
                <a:rPr lang="en-US" sz="3600" b="0" u="none" strike="noStrike" baseline="30000" dirty="0">
                  <a:solidFill>
                    <a:srgbClr val="A2A4A3"/>
                  </a:solidFill>
                  <a:effectLst/>
                  <a:uFillTx/>
                  <a:latin typeface="Arial"/>
                  <a:ea typeface="Arial"/>
                </a:rPr>
                <a:t>1</a:t>
              </a:r>
              <a:r>
                <a:rPr lang="en-US" sz="3600" b="0" u="none" strike="noStrike" dirty="0">
                  <a:solidFill>
                    <a:srgbClr val="A2A4A3"/>
                  </a:solidFill>
                  <a:effectLst/>
                  <a:uFillTx/>
                  <a:latin typeface="Arial"/>
                  <a:ea typeface="Arial"/>
                </a:rPr>
                <a:t> , Author Two</a:t>
              </a:r>
              <a:r>
                <a:rPr lang="en-US" sz="3600" b="0" u="none" strike="noStrike" baseline="30000" dirty="0">
                  <a:solidFill>
                    <a:srgbClr val="A2A4A3"/>
                  </a:solidFill>
                  <a:effectLst/>
                  <a:uFillTx/>
                  <a:latin typeface="Arial"/>
                  <a:ea typeface="Arial"/>
                </a:rPr>
                <a:t>1,2</a:t>
              </a:r>
              <a:r>
                <a:rPr lang="en-US" sz="3600" b="0" u="none" strike="noStrike" dirty="0">
                  <a:solidFill>
                    <a:srgbClr val="A2A4A3"/>
                  </a:solidFill>
                  <a:effectLst/>
                  <a:uFillTx/>
                  <a:latin typeface="Arial"/>
                  <a:ea typeface="Arial"/>
                </a:rPr>
                <a:t> </a:t>
              </a:r>
              <a:endParaRPr lang="en-US" sz="36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3" name="TextBox 22"/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3840640" y="2053080"/>
              <a:ext cx="65" cy="553998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endParaRPr lang="en-US" sz="36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4" name="TextBox 23"/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8575543" y="2729160"/>
              <a:ext cx="26270215" cy="427809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lang="en-US" sz="2780" b="0" u="none" strike="noStrike" baseline="30000" dirty="0">
                  <a:solidFill>
                    <a:srgbClr val="A2A4A3"/>
                  </a:solidFill>
                  <a:effectLst/>
                  <a:uFillTx/>
                  <a:latin typeface="Arial"/>
                  <a:ea typeface="Arial"/>
                </a:rPr>
                <a:t>1</a:t>
              </a:r>
              <a:r>
                <a:rPr lang="en-US" sz="2780" b="0" u="none" strike="noStrike" dirty="0">
                  <a:solidFill>
                    <a:srgbClr val="A2A4A3"/>
                  </a:solidFill>
                  <a:effectLst/>
                  <a:uFillTx/>
                  <a:latin typeface="Arial"/>
                  <a:ea typeface="Arial"/>
                </a:rPr>
                <a:t>Department of Physics, University of Colorado Boulder</a:t>
              </a:r>
              <a:r>
                <a:rPr lang="en-US" sz="2780" dirty="0">
                  <a:solidFill>
                    <a:srgbClr val="A2A4A3"/>
                  </a:solidFill>
                  <a:ea typeface="Arial"/>
                </a:rPr>
                <a:t>	</a:t>
              </a:r>
              <a:r>
                <a:rPr lang="en-US" sz="2780" baseline="30000" dirty="0">
                  <a:solidFill>
                    <a:srgbClr val="A2A4A3"/>
                  </a:solidFill>
                  <a:ea typeface="Arial"/>
                </a:rPr>
                <a:t>2</a:t>
              </a:r>
              <a:r>
                <a:rPr lang="en-US" sz="2780" dirty="0">
                  <a:solidFill>
                    <a:srgbClr val="A2A4A3"/>
                  </a:solidFill>
                  <a:ea typeface="Arial"/>
                </a:rPr>
                <a:t>JILA, University of Colorado Boulder</a:t>
              </a:r>
              <a:endParaRPr lang="en-US" sz="2780" dirty="0">
                <a:solidFill>
                  <a:srgbClr val="000000"/>
                </a:solidFill>
                <a:latin typeface="Times New Roman"/>
              </a:endParaRPr>
            </a:p>
          </p:txBody>
        </p:sp>
        <p:pic>
          <p:nvPicPr>
            <p:cNvPr id="25" name="Picture 24"/>
            <p:cNvPicPr>
              <a:picLocks noGrp="1" noRot="1" noMove="1" noResize="1" noEditPoints="1" noAdjustHandles="1" noChangeArrowheads="1" noChangeShapeType="1" noCrop="1"/>
            </p:cNvPicPr>
            <p:nvPr/>
          </p:nvPicPr>
          <p:blipFill>
            <a:blip r:embed="rId3"/>
            <a:stretch/>
          </p:blipFill>
          <p:spPr>
            <a:xfrm>
              <a:off x="36747360" y="2009880"/>
              <a:ext cx="5752800" cy="114264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26" name="TextBox 25"/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4374160" y="2729160"/>
              <a:ext cx="65" cy="427809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endParaRPr lang="en-US" sz="278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7" name="TextBox 26"/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0639880" y="1985040"/>
              <a:ext cx="65" cy="415498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endParaRPr lang="en-US" sz="27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8" name="TextBox 27"/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3364000" y="1985040"/>
              <a:ext cx="65" cy="415498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endParaRPr lang="en-US" sz="27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9" name="TextBox 28"/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6729640" y="1985040"/>
              <a:ext cx="65" cy="415498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endParaRPr lang="en-US" sz="27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3" name="TextBox 32"/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4226920" y="2675520"/>
              <a:ext cx="65" cy="320088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endParaRPr lang="en-US" sz="208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CBA6E8CF-1B12-6A1A-079A-3FD8CF1A886C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0" y="31651560"/>
            <a:ext cx="43415280" cy="910440"/>
            <a:chOff x="0" y="31651560"/>
            <a:chExt cx="43415280" cy="910440"/>
          </a:xfrm>
        </p:grpSpPr>
        <p:sp>
          <p:nvSpPr>
            <p:cNvPr id="31" name="Freeform: Shape 30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31651560"/>
              <a:ext cx="43415280" cy="910440"/>
            </a:xfrm>
            <a:custGeom>
              <a:avLst/>
              <a:gdLst/>
              <a:ahLst/>
              <a:cxnLst/>
              <a:rect l="0" t="0" r="r" b="b"/>
              <a:pathLst>
                <a:path w="120598" h="2529">
                  <a:moveTo>
                    <a:pt x="0" y="0"/>
                  </a:moveTo>
                  <a:lnTo>
                    <a:pt x="120598" y="0"/>
                  </a:lnTo>
                  <a:lnTo>
                    <a:pt x="120598" y="2529"/>
                  </a:lnTo>
                  <a:lnTo>
                    <a:pt x="0" y="252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lstStyle/>
            <a:p>
              <a:endParaRPr lang="en-US" sz="2400" b="0" u="none" strike="noStrike">
                <a:solidFill>
                  <a:srgbClr val="FFFFFF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2" name="Freeform: Shape 31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31651560"/>
              <a:ext cx="43415280" cy="66960"/>
            </a:xfrm>
            <a:custGeom>
              <a:avLst/>
              <a:gdLst/>
              <a:ahLst/>
              <a:cxnLst/>
              <a:rect l="0" t="0" r="r" b="b"/>
              <a:pathLst>
                <a:path w="120598" h="186">
                  <a:moveTo>
                    <a:pt x="0" y="0"/>
                  </a:moveTo>
                  <a:lnTo>
                    <a:pt x="120598" y="0"/>
                  </a:lnTo>
                  <a:lnTo>
                    <a:pt x="120598" y="186"/>
                  </a:lnTo>
                  <a:lnTo>
                    <a:pt x="0" y="18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FB87C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lstStyle/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4" name="TextBox 33"/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914400" y="31991400"/>
              <a:ext cx="11557000" cy="323165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t">
              <a:spAutoFit/>
            </a:bodyPr>
            <a:lstStyle/>
            <a:p>
              <a:r>
                <a:rPr lang="en-US" sz="2100" b="0" u="none" strike="noStrike" dirty="0">
                  <a:solidFill>
                    <a:srgbClr val="A2A4A3"/>
                  </a:solidFill>
                  <a:effectLst/>
                  <a:uFillTx/>
                  <a:latin typeface="Arial"/>
                  <a:ea typeface="Arial"/>
                </a:rPr>
                <a:t>author@colorado.edu</a:t>
              </a:r>
              <a:endParaRPr lang="en-US" sz="21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5" name="TextBox 34"/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3552440" y="31991400"/>
              <a:ext cx="16316420" cy="323165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lang="en-US" sz="2100" b="0" u="none" strike="noStrike" dirty="0">
                  <a:solidFill>
                    <a:srgbClr val="A2A4A3"/>
                  </a:solidFill>
                  <a:effectLst/>
                  <a:uFillTx/>
                  <a:latin typeface="Arial"/>
                  <a:ea typeface="Arial"/>
                </a:rPr>
                <a:t>ABC Conference 2026, City</a:t>
              </a:r>
              <a:endParaRPr lang="en-US" sz="21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6" name="TextBox 35"/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0880050" y="31991400"/>
              <a:ext cx="11635950" cy="323165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t">
              <a:spAutoFit/>
            </a:bodyPr>
            <a:lstStyle/>
            <a:p>
              <a:pPr algn="r"/>
              <a:r>
                <a:rPr lang="en-US" sz="2100" b="0" u="none" strike="noStrike" dirty="0">
                  <a:solidFill>
                    <a:srgbClr val="A2A4A3"/>
                  </a:solidFill>
                  <a:effectLst/>
                  <a:uFillTx/>
                  <a:latin typeface="Arial"/>
                  <a:ea typeface="Arial"/>
                </a:rPr>
                <a:t>https://www.colorado.edu</a:t>
              </a:r>
              <a:endParaRPr lang="en-US" sz="21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C40303F6-EC8C-BC24-7286-0B54C35CE9E4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676440" y="4375080"/>
            <a:ext cx="13563720" cy="797040"/>
            <a:chOff x="14925600" y="4375080"/>
            <a:chExt cx="13563720" cy="797040"/>
          </a:xfrm>
        </p:grpSpPr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64AC1FA3-1577-32E8-FA72-496E4454487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4925600" y="5105160"/>
              <a:ext cx="13563720" cy="66960"/>
            </a:xfrm>
            <a:custGeom>
              <a:avLst/>
              <a:gdLst/>
              <a:ahLst/>
              <a:cxnLst/>
              <a:rect l="0" t="0" r="r" b="b"/>
              <a:pathLst>
                <a:path w="37677" h="186">
                  <a:moveTo>
                    <a:pt x="0" y="0"/>
                  </a:moveTo>
                  <a:lnTo>
                    <a:pt x="37677" y="0"/>
                  </a:lnTo>
                  <a:lnTo>
                    <a:pt x="37677" y="186"/>
                  </a:lnTo>
                  <a:lnTo>
                    <a:pt x="0" y="18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FB87C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lstStyle/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33AD2309-522C-10C3-66D9-F28F0ADBCFC4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0492280" y="4375080"/>
              <a:ext cx="2452594" cy="64633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r>
                <a:rPr lang="en-US" sz="4200" b="1" u="none" strike="noStrike" dirty="0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rPr>
                <a:t>Column 1</a:t>
              </a:r>
              <a:endParaRPr lang="en-US" sz="42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</TotalTime>
  <Words>76</Words>
  <Application>Microsoft Office PowerPoint</Application>
  <PresentationFormat>Custom</PresentationFormat>
  <Paragraphs>12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Times New Roman</vt:lpstr>
      <vt:lpstr>Office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Kristopher Bunker</cp:lastModifiedBy>
  <cp:revision>1</cp:revision>
  <dcterms:modified xsi:type="dcterms:W3CDTF">2026-01-29T19:44:33Z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